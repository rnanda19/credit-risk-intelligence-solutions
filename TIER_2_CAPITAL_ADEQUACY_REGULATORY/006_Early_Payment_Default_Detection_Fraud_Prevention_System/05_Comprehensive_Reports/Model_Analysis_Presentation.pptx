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Early Payment Default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Machine Learning Model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Records: 307,511</a:t>
            </a:r>
          </a:p>
          <a:p>
            <a:r>
              <a:t>Features: 148</a:t>
            </a:r>
          </a:p>
          <a:p>
            <a:r>
              <a:t>Numeric: 131</a:t>
            </a:r>
          </a:p>
          <a:p>
            <a:r>
              <a:t>Categorical: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Model: Gradient Boosting</a:t>
            </a:r>
          </a:p>
          <a:p/>
          <a:p>
            <a:r>
              <a:t>1. Gradient Boosting</a:t>
            </a:r>
          </a:p>
          <a:p>
            <a:r>
              <a:t>   AUC: 0.7634 | F1: 0.0522</a:t>
            </a:r>
          </a:p>
          <a:p>
            <a:r>
              <a:t>2. XGBoost</a:t>
            </a:r>
          </a:p>
          <a:p>
            <a:r>
              <a:t>   AUC: 0.7628 | F1: 0.0336</a:t>
            </a:r>
          </a:p>
          <a:p>
            <a:r>
              <a:t>3. LightGBM</a:t>
            </a:r>
          </a:p>
          <a:p>
            <a:r>
              <a:t>   AUC: 0.7627 | F1: 0.0329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